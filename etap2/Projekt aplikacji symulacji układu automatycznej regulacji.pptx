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83" r:id="rId6"/>
    <p:sldId id="284" r:id="rId7"/>
    <p:sldId id="287" r:id="rId8"/>
    <p:sldId id="282" r:id="rId9"/>
    <p:sldId id="291" r:id="rId10"/>
    <p:sldId id="262" r:id="rId11"/>
    <p:sldId id="292" r:id="rId12"/>
    <p:sldId id="293" r:id="rId13"/>
    <p:sldId id="289" r:id="rId14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CBD96-9F2C-43A6-80A8-8FED8D6F3402}" v="6" dt="2025-11-26T19:54:57.1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il Warczek (kw316241)" userId="f3db8089-45d3-4ce7-81b6-9eb81915560c" providerId="ADAL" clId="{C3BDEFB5-E591-4296-8B5E-D036F4630AA8}"/>
    <pc:docChg chg="undo custSel addSld delSld modSld sldOrd">
      <pc:chgData name="Kamil Warczek (kw316241)" userId="f3db8089-45d3-4ce7-81b6-9eb81915560c" providerId="ADAL" clId="{C3BDEFB5-E591-4296-8B5E-D036F4630AA8}" dt="2025-11-26T19:56:01.630" v="1226" actId="20577"/>
      <pc:docMkLst>
        <pc:docMk/>
      </pc:docMkLst>
      <pc:sldChg chg="addSp delSp modSp mod">
        <pc:chgData name="Kamil Warczek (kw316241)" userId="f3db8089-45d3-4ce7-81b6-9eb81915560c" providerId="ADAL" clId="{C3BDEFB5-E591-4296-8B5E-D036F4630AA8}" dt="2025-11-26T19:54:42.527" v="1124" actId="1076"/>
        <pc:sldMkLst>
          <pc:docMk/>
          <pc:sldMk cId="1593920805" sldId="262"/>
        </pc:sldMkLst>
        <pc:spChg chg="mod">
          <ac:chgData name="Kamil Warczek (kw316241)" userId="f3db8089-45d3-4ce7-81b6-9eb81915560c" providerId="ADAL" clId="{C3BDEFB5-E591-4296-8B5E-D036F4630AA8}" dt="2025-11-26T19:54:27.328" v="1118" actId="20577"/>
          <ac:spMkLst>
            <pc:docMk/>
            <pc:sldMk cId="1593920805" sldId="262"/>
            <ac:spMk id="2" creationId="{75031FE9-9059-4FE8-B4AC-9771F23A1B89}"/>
          </ac:spMkLst>
        </pc:spChg>
        <pc:spChg chg="add mod">
          <ac:chgData name="Kamil Warczek (kw316241)" userId="f3db8089-45d3-4ce7-81b6-9eb81915560c" providerId="ADAL" clId="{C3BDEFB5-E591-4296-8B5E-D036F4630AA8}" dt="2025-11-26T19:54:42.527" v="1124" actId="1076"/>
          <ac:spMkLst>
            <pc:docMk/>
            <pc:sldMk cId="1593920805" sldId="262"/>
            <ac:spMk id="3" creationId="{46741AAB-0040-5686-EC08-23E73D2ADF5D}"/>
          </ac:spMkLst>
        </pc:spChg>
        <pc:spChg chg="del">
          <ac:chgData name="Kamil Warczek (kw316241)" userId="f3db8089-45d3-4ce7-81b6-9eb81915560c" providerId="ADAL" clId="{C3BDEFB5-E591-4296-8B5E-D036F4630AA8}" dt="2025-11-26T19:54:37.836" v="1122" actId="478"/>
          <ac:spMkLst>
            <pc:docMk/>
            <pc:sldMk cId="1593920805" sldId="262"/>
            <ac:spMk id="25" creationId="{AF2FDCAE-9EB6-7E6A-845B-F3872EFB69B8}"/>
          </ac:spMkLst>
        </pc:spChg>
        <pc:spChg chg="mod">
          <ac:chgData name="Kamil Warczek (kw316241)" userId="f3db8089-45d3-4ce7-81b6-9eb81915560c" providerId="ADAL" clId="{C3BDEFB5-E591-4296-8B5E-D036F4630AA8}" dt="2025-11-26T19:48:12.939" v="547" actId="20577"/>
          <ac:spMkLst>
            <pc:docMk/>
            <pc:sldMk cId="1593920805" sldId="262"/>
            <ac:spMk id="113" creationId="{7E8EF87C-1B5A-4A25-A610-FF5D18E265DE}"/>
          </ac:spMkLst>
        </pc:spChg>
        <pc:picChg chg="del">
          <ac:chgData name="Kamil Warczek (kw316241)" userId="f3db8089-45d3-4ce7-81b6-9eb81915560c" providerId="ADAL" clId="{C3BDEFB5-E591-4296-8B5E-D036F4630AA8}" dt="2025-11-26T19:54:33.877" v="1120" actId="478"/>
          <ac:picMkLst>
            <pc:docMk/>
            <pc:sldMk cId="1593920805" sldId="262"/>
            <ac:picMk id="4" creationId="{C0A10DEF-40EF-662A-8B60-7E432846908E}"/>
          </ac:picMkLst>
        </pc:picChg>
      </pc:sldChg>
      <pc:sldChg chg="addSp delSp modSp mod">
        <pc:chgData name="Kamil Warczek (kw316241)" userId="f3db8089-45d3-4ce7-81b6-9eb81915560c" providerId="ADAL" clId="{C3BDEFB5-E591-4296-8B5E-D036F4630AA8}" dt="2025-11-26T19:54:02.782" v="1089" actId="14100"/>
        <pc:sldMkLst>
          <pc:docMk/>
          <pc:sldMk cId="3477453048" sldId="282"/>
        </pc:sldMkLst>
        <pc:spChg chg="del mod">
          <ac:chgData name="Kamil Warczek (kw316241)" userId="f3db8089-45d3-4ce7-81b6-9eb81915560c" providerId="ADAL" clId="{C3BDEFB5-E591-4296-8B5E-D036F4630AA8}" dt="2025-11-26T19:52:32.871" v="956" actId="478"/>
          <ac:spMkLst>
            <pc:docMk/>
            <pc:sldMk cId="3477453048" sldId="282"/>
            <ac:spMk id="2" creationId="{27A6F7BB-30A8-4980-AD4A-2FB0B53FA6C9}"/>
          </ac:spMkLst>
        </pc:spChg>
        <pc:spChg chg="add del mod">
          <ac:chgData name="Kamil Warczek (kw316241)" userId="f3db8089-45d3-4ce7-81b6-9eb81915560c" providerId="ADAL" clId="{C3BDEFB5-E591-4296-8B5E-D036F4630AA8}" dt="2025-11-26T19:52:37.260" v="958" actId="478"/>
          <ac:spMkLst>
            <pc:docMk/>
            <pc:sldMk cId="3477453048" sldId="282"/>
            <ac:spMk id="4" creationId="{C5DDC033-A20D-DD9C-C09D-96A5CABE9392}"/>
          </ac:spMkLst>
        </pc:spChg>
        <pc:spChg chg="add mod">
          <ac:chgData name="Kamil Warczek (kw316241)" userId="f3db8089-45d3-4ce7-81b6-9eb81915560c" providerId="ADAL" clId="{C3BDEFB5-E591-4296-8B5E-D036F4630AA8}" dt="2025-11-26T19:53:58.226" v="1086" actId="1076"/>
          <ac:spMkLst>
            <pc:docMk/>
            <pc:sldMk cId="3477453048" sldId="282"/>
            <ac:spMk id="6" creationId="{D4CEB907-D423-0611-A132-A9CBC03DB84E}"/>
          </ac:spMkLst>
        </pc:spChg>
        <pc:spChg chg="add mod">
          <ac:chgData name="Kamil Warczek (kw316241)" userId="f3db8089-45d3-4ce7-81b6-9eb81915560c" providerId="ADAL" clId="{C3BDEFB5-E591-4296-8B5E-D036F4630AA8}" dt="2025-11-26T19:54:02.782" v="1089" actId="14100"/>
          <ac:spMkLst>
            <pc:docMk/>
            <pc:sldMk cId="3477453048" sldId="282"/>
            <ac:spMk id="7" creationId="{D040FDD6-1943-D22B-1FA6-0888FDA9B419}"/>
          </ac:spMkLst>
        </pc:spChg>
        <pc:spChg chg="mod">
          <ac:chgData name="Kamil Warczek (kw316241)" userId="f3db8089-45d3-4ce7-81b6-9eb81915560c" providerId="ADAL" clId="{C3BDEFB5-E591-4296-8B5E-D036F4630AA8}" dt="2025-11-26T19:48:03.186" v="535" actId="20577"/>
          <ac:spMkLst>
            <pc:docMk/>
            <pc:sldMk cId="3477453048" sldId="282"/>
            <ac:spMk id="61" creationId="{C5E86CA3-CC65-4085-BCDC-93141EBD238F}"/>
          </ac:spMkLst>
        </pc:spChg>
        <pc:picChg chg="del">
          <ac:chgData name="Kamil Warczek (kw316241)" userId="f3db8089-45d3-4ce7-81b6-9eb81915560c" providerId="ADAL" clId="{C3BDEFB5-E591-4296-8B5E-D036F4630AA8}" dt="2025-11-26T19:52:34.664" v="957" actId="478"/>
          <ac:picMkLst>
            <pc:docMk/>
            <pc:sldMk cId="3477453048" sldId="282"/>
            <ac:picMk id="5" creationId="{5B5B88B1-E269-66F9-A37A-3C95E953C570}"/>
          </ac:picMkLst>
        </pc:picChg>
      </pc:sldChg>
      <pc:sldChg chg="delSp modSp mod ord">
        <pc:chgData name="Kamil Warczek (kw316241)" userId="f3db8089-45d3-4ce7-81b6-9eb81915560c" providerId="ADAL" clId="{C3BDEFB5-E591-4296-8B5E-D036F4630AA8}" dt="2025-11-26T19:49:01.736" v="562" actId="478"/>
        <pc:sldMkLst>
          <pc:docMk/>
          <pc:sldMk cId="3396266754" sldId="283"/>
        </pc:sldMkLst>
        <pc:spChg chg="mod">
          <ac:chgData name="Kamil Warczek (kw316241)" userId="f3db8089-45d3-4ce7-81b6-9eb81915560c" providerId="ADAL" clId="{C3BDEFB5-E591-4296-8B5E-D036F4630AA8}" dt="2025-11-26T19:48:57.015" v="561" actId="20577"/>
          <ac:spMkLst>
            <pc:docMk/>
            <pc:sldMk cId="3396266754" sldId="283"/>
            <ac:spMk id="2" creationId="{27A6F7BB-30A8-4980-AD4A-2FB0B53FA6C9}"/>
          </ac:spMkLst>
        </pc:spChg>
        <pc:spChg chg="mod">
          <ac:chgData name="Kamil Warczek (kw316241)" userId="f3db8089-45d3-4ce7-81b6-9eb81915560c" providerId="ADAL" clId="{C3BDEFB5-E591-4296-8B5E-D036F4630AA8}" dt="2025-11-26T19:48:07.847" v="541" actId="20577"/>
          <ac:spMkLst>
            <pc:docMk/>
            <pc:sldMk cId="3396266754" sldId="283"/>
            <ac:spMk id="93" creationId="{3AC5835A-784B-4C88-A45F-7E8D3F44A04A}"/>
          </ac:spMkLst>
        </pc:spChg>
        <pc:picChg chg="del">
          <ac:chgData name="Kamil Warczek (kw316241)" userId="f3db8089-45d3-4ce7-81b6-9eb81915560c" providerId="ADAL" clId="{C3BDEFB5-E591-4296-8B5E-D036F4630AA8}" dt="2025-11-26T19:49:01.736" v="562" actId="478"/>
          <ac:picMkLst>
            <pc:docMk/>
            <pc:sldMk cId="3396266754" sldId="283"/>
            <ac:picMk id="36" creationId="{34D8304B-20D2-A903-374F-E8792D0AEAE8}"/>
          </ac:picMkLst>
        </pc:picChg>
      </pc:sldChg>
      <pc:sldChg chg="modSp mod">
        <pc:chgData name="Kamil Warczek (kw316241)" userId="f3db8089-45d3-4ce7-81b6-9eb81915560c" providerId="ADAL" clId="{C3BDEFB5-E591-4296-8B5E-D036F4630AA8}" dt="2025-11-26T19:47:44.592" v="521" actId="20577"/>
        <pc:sldMkLst>
          <pc:docMk/>
          <pc:sldMk cId="4176750317" sldId="284"/>
        </pc:sldMkLst>
        <pc:spChg chg="mod">
          <ac:chgData name="Kamil Warczek (kw316241)" userId="f3db8089-45d3-4ce7-81b6-9eb81915560c" providerId="ADAL" clId="{C3BDEFB5-E591-4296-8B5E-D036F4630AA8}" dt="2025-11-26T19:47:44.592" v="521" actId="20577"/>
          <ac:spMkLst>
            <pc:docMk/>
            <pc:sldMk cId="4176750317" sldId="284"/>
            <ac:spMk id="12" creationId="{F068B7E0-3F26-4101-8308-9627365CCBAA}"/>
          </ac:spMkLst>
        </pc:spChg>
      </pc:sldChg>
      <pc:sldChg chg="addSp modSp mod">
        <pc:chgData name="Kamil Warczek (kw316241)" userId="f3db8089-45d3-4ce7-81b6-9eb81915560c" providerId="ADAL" clId="{C3BDEFB5-E591-4296-8B5E-D036F4630AA8}" dt="2025-11-26T19:52:12.568" v="939" actId="1076"/>
        <pc:sldMkLst>
          <pc:docMk/>
          <pc:sldMk cId="3980871660" sldId="287"/>
        </pc:sldMkLst>
        <pc:spChg chg="mod">
          <ac:chgData name="Kamil Warczek (kw316241)" userId="f3db8089-45d3-4ce7-81b6-9eb81915560c" providerId="ADAL" clId="{C3BDEFB5-E591-4296-8B5E-D036F4630AA8}" dt="2025-11-26T19:52:12.568" v="939" actId="1076"/>
          <ac:spMkLst>
            <pc:docMk/>
            <pc:sldMk cId="3980871660" sldId="287"/>
            <ac:spMk id="2" creationId="{6719F29B-F233-48AF-8261-F33A4E079E3E}"/>
          </ac:spMkLst>
        </pc:spChg>
        <pc:spChg chg="mod">
          <ac:chgData name="Kamil Warczek (kw316241)" userId="f3db8089-45d3-4ce7-81b6-9eb81915560c" providerId="ADAL" clId="{C3BDEFB5-E591-4296-8B5E-D036F4630AA8}" dt="2025-11-26T19:52:07.824" v="938" actId="1076"/>
          <ac:spMkLst>
            <pc:docMk/>
            <pc:sldMk cId="3980871660" sldId="287"/>
            <ac:spMk id="3" creationId="{35E3EA69-4E0E-41BD-8095-A124225A2647}"/>
          </ac:spMkLst>
        </pc:spChg>
        <pc:spChg chg="add mod">
          <ac:chgData name="Kamil Warczek (kw316241)" userId="f3db8089-45d3-4ce7-81b6-9eb81915560c" providerId="ADAL" clId="{C3BDEFB5-E591-4296-8B5E-D036F4630AA8}" dt="2025-11-26T19:47:52.096" v="523"/>
          <ac:spMkLst>
            <pc:docMk/>
            <pc:sldMk cId="3980871660" sldId="287"/>
            <ac:spMk id="4" creationId="{A531E7A8-B6E2-B66D-E75D-667FC52DED35}"/>
          </ac:spMkLst>
        </pc:spChg>
        <pc:spChg chg="mod">
          <ac:chgData name="Kamil Warczek (kw316241)" userId="f3db8089-45d3-4ce7-81b6-9eb81915560c" providerId="ADAL" clId="{C3BDEFB5-E591-4296-8B5E-D036F4630AA8}" dt="2025-11-26T19:47:57.813" v="529" actId="20577"/>
          <ac:spMkLst>
            <pc:docMk/>
            <pc:sldMk cId="3980871660" sldId="287"/>
            <ac:spMk id="11" creationId="{5837F6CC-F87E-4BF6-9EFE-DA537BAB6BE0}"/>
          </ac:spMkLst>
        </pc:spChg>
      </pc:sldChg>
      <pc:sldChg chg="delSp mod">
        <pc:chgData name="Kamil Warczek (kw316241)" userId="f3db8089-45d3-4ce7-81b6-9eb81915560c" providerId="ADAL" clId="{C3BDEFB5-E591-4296-8B5E-D036F4630AA8}" dt="2025-11-26T19:48:25.442" v="554" actId="478"/>
        <pc:sldMkLst>
          <pc:docMk/>
          <pc:sldMk cId="3242998563" sldId="289"/>
        </pc:sldMkLst>
        <pc:spChg chg="del">
          <ac:chgData name="Kamil Warczek (kw316241)" userId="f3db8089-45d3-4ce7-81b6-9eb81915560c" providerId="ADAL" clId="{C3BDEFB5-E591-4296-8B5E-D036F4630AA8}" dt="2025-11-26T19:48:25.442" v="554" actId="478"/>
          <ac:spMkLst>
            <pc:docMk/>
            <pc:sldMk cId="3242998563" sldId="289"/>
            <ac:spMk id="10" creationId="{EE046113-1034-4F4B-8AED-98885E8F62B9}"/>
          </ac:spMkLst>
        </pc:spChg>
      </pc:sldChg>
      <pc:sldChg chg="modSp del mod">
        <pc:chgData name="Kamil Warczek (kw316241)" userId="f3db8089-45d3-4ce7-81b6-9eb81915560c" providerId="ADAL" clId="{C3BDEFB5-E591-4296-8B5E-D036F4630AA8}" dt="2025-11-26T19:54:54.622" v="1125" actId="47"/>
        <pc:sldMkLst>
          <pc:docMk/>
          <pc:sldMk cId="3876861477" sldId="290"/>
        </pc:sldMkLst>
        <pc:spChg chg="mod">
          <ac:chgData name="Kamil Warczek (kw316241)" userId="f3db8089-45d3-4ce7-81b6-9eb81915560c" providerId="ADAL" clId="{C3BDEFB5-E591-4296-8B5E-D036F4630AA8}" dt="2025-11-26T19:48:21.229" v="553" actId="20577"/>
          <ac:spMkLst>
            <pc:docMk/>
            <pc:sldMk cId="3876861477" sldId="290"/>
            <ac:spMk id="113" creationId="{656DD055-D122-8BA9-006B-52EAB377E8BE}"/>
          </ac:spMkLst>
        </pc:spChg>
      </pc:sldChg>
      <pc:sldChg chg="addSp modSp add mod ord">
        <pc:chgData name="Kamil Warczek (kw316241)" userId="f3db8089-45d3-4ce7-81b6-9eb81915560c" providerId="ADAL" clId="{C3BDEFB5-E591-4296-8B5E-D036F4630AA8}" dt="2025-11-26T19:53:53.194" v="1084" actId="20577"/>
        <pc:sldMkLst>
          <pc:docMk/>
          <pc:sldMk cId="1268005270" sldId="291"/>
        </pc:sldMkLst>
        <pc:spChg chg="mod">
          <ac:chgData name="Kamil Warczek (kw316241)" userId="f3db8089-45d3-4ce7-81b6-9eb81915560c" providerId="ADAL" clId="{C3BDEFB5-E591-4296-8B5E-D036F4630AA8}" dt="2025-11-26T19:53:40.274" v="1078" actId="1076"/>
          <ac:spMkLst>
            <pc:docMk/>
            <pc:sldMk cId="1268005270" sldId="291"/>
            <ac:spMk id="2" creationId="{3A51E375-5316-3AAB-056E-625DD84AD664}"/>
          </ac:spMkLst>
        </pc:spChg>
        <pc:spChg chg="mod">
          <ac:chgData name="Kamil Warczek (kw316241)" userId="f3db8089-45d3-4ce7-81b6-9eb81915560c" providerId="ADAL" clId="{C3BDEFB5-E591-4296-8B5E-D036F4630AA8}" dt="2025-11-26T19:53:44.082" v="1080" actId="14100"/>
          <ac:spMkLst>
            <pc:docMk/>
            <pc:sldMk cId="1268005270" sldId="291"/>
            <ac:spMk id="3" creationId="{2D0B2A31-0533-20D6-5696-02A58CB10843}"/>
          </ac:spMkLst>
        </pc:spChg>
        <pc:spChg chg="add mod">
          <ac:chgData name="Kamil Warczek (kw316241)" userId="f3db8089-45d3-4ce7-81b6-9eb81915560c" providerId="ADAL" clId="{C3BDEFB5-E591-4296-8B5E-D036F4630AA8}" dt="2025-11-26T19:53:53.194" v="1084" actId="20577"/>
          <ac:spMkLst>
            <pc:docMk/>
            <pc:sldMk cId="1268005270" sldId="291"/>
            <ac:spMk id="4" creationId="{45DDB5F3-85D3-82EF-1E5F-4AD3ED9E5947}"/>
          </ac:spMkLst>
        </pc:spChg>
      </pc:sldChg>
      <pc:sldChg chg="modSp add mod ord">
        <pc:chgData name="Kamil Warczek (kw316241)" userId="f3db8089-45d3-4ce7-81b6-9eb81915560c" providerId="ADAL" clId="{C3BDEFB5-E591-4296-8B5E-D036F4630AA8}" dt="2025-11-26T19:55:51.659" v="1208" actId="14100"/>
        <pc:sldMkLst>
          <pc:docMk/>
          <pc:sldMk cId="2290892035" sldId="292"/>
        </pc:sldMkLst>
        <pc:spChg chg="mod">
          <ac:chgData name="Kamil Warczek (kw316241)" userId="f3db8089-45d3-4ce7-81b6-9eb81915560c" providerId="ADAL" clId="{C3BDEFB5-E591-4296-8B5E-D036F4630AA8}" dt="2025-11-26T19:55:10.303" v="1158" actId="14100"/>
          <ac:spMkLst>
            <pc:docMk/>
            <pc:sldMk cId="2290892035" sldId="292"/>
            <ac:spMk id="2" creationId="{55AF8218-C783-13F9-DFF9-5CAFECCFEE3F}"/>
          </ac:spMkLst>
        </pc:spChg>
        <pc:spChg chg="mod">
          <ac:chgData name="Kamil Warczek (kw316241)" userId="f3db8089-45d3-4ce7-81b6-9eb81915560c" providerId="ADAL" clId="{C3BDEFB5-E591-4296-8B5E-D036F4630AA8}" dt="2025-11-26T19:55:42.296" v="1203" actId="1076"/>
          <ac:spMkLst>
            <pc:docMk/>
            <pc:sldMk cId="2290892035" sldId="292"/>
            <ac:spMk id="3" creationId="{55A6B693-D572-1C47-4700-47FBBA9F765C}"/>
          </ac:spMkLst>
        </pc:spChg>
        <pc:spChg chg="mod">
          <ac:chgData name="Kamil Warczek (kw316241)" userId="f3db8089-45d3-4ce7-81b6-9eb81915560c" providerId="ADAL" clId="{C3BDEFB5-E591-4296-8B5E-D036F4630AA8}" dt="2025-11-26T19:55:51.659" v="1208" actId="14100"/>
          <ac:spMkLst>
            <pc:docMk/>
            <pc:sldMk cId="2290892035" sldId="292"/>
            <ac:spMk id="4" creationId="{25597147-45A2-C9B3-40EE-39E7C96B02BF}"/>
          </ac:spMkLst>
        </pc:spChg>
      </pc:sldChg>
      <pc:sldChg chg="modSp add mod">
        <pc:chgData name="Kamil Warczek (kw316241)" userId="f3db8089-45d3-4ce7-81b6-9eb81915560c" providerId="ADAL" clId="{C3BDEFB5-E591-4296-8B5E-D036F4630AA8}" dt="2025-11-26T19:56:01.630" v="1226" actId="20577"/>
        <pc:sldMkLst>
          <pc:docMk/>
          <pc:sldMk cId="779089081" sldId="293"/>
        </pc:sldMkLst>
        <pc:spChg chg="mod">
          <ac:chgData name="Kamil Warczek (kw316241)" userId="f3db8089-45d3-4ce7-81b6-9eb81915560c" providerId="ADAL" clId="{C3BDEFB5-E591-4296-8B5E-D036F4630AA8}" dt="2025-11-26T19:56:01.630" v="1226" actId="20577"/>
          <ac:spMkLst>
            <pc:docMk/>
            <pc:sldMk cId="779089081" sldId="293"/>
            <ac:spMk id="3" creationId="{451191BD-A9FB-8D22-6F52-A322D3509D7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9B5B42BD-8D3B-4B09-9029-8C63687D5D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1E2EC764-34EA-4620-8CF9-F605D96BC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8F521E1-0C12-4760-BDE0-45E97124B4AC}" type="datetime1">
              <a:rPr lang="pl-PL" smtClean="0"/>
              <a:t>26.11.2025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C1FA7CC-A0A2-4292-AA1A-FFA1D3AC96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36C9D8F1-C311-48E0-A5EA-6AC70E14D0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827EC1-36E0-417D-8141-8D14DF1BDF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58522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38F4B-9F29-4743-AA85-EA4FA1270FE4}" type="datetime1">
              <a:rPr lang="pl-PL" smtClean="0"/>
              <a:pPr/>
              <a:t>26.11.2025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5BAF473-2665-42A7-89E3-C7BA7EB58D1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5BAF473-2665-42A7-89E3-C7BA7EB58D12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3339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2252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373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8762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26810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5BEEE-D733-7E47-64E8-2E5CE679D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C507B88-4ADC-BBC1-B5BA-DFB4E17D2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27489BD-B568-6D15-8FB1-989C93F32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1C67F18-6196-72D6-D334-E623B9A1D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5031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8332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02967-9335-3FC1-C608-2E25D3B4A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9F7B671-A229-F209-885D-9CAAA5792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A90DBAF-32B7-E2DD-9F0F-4A7EE983F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BBD688B-9E29-5DC9-350C-370431BDB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1043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20377-E4AC-DAC1-1380-3FA7A6BE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D29E3AB-127A-E999-CBC9-87628802C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6429442-E5AE-1034-2622-DD9CF6B71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07F87A7-21BB-592D-2902-808F36876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0842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1881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465970"/>
            <a:ext cx="5739882" cy="2387600"/>
          </a:xfrm>
        </p:spPr>
        <p:txBody>
          <a:bodyPr rtlCol="0"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2595562"/>
            <a:ext cx="5684520" cy="318103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1" name="Data — symbol zastępczy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2" name="Stopka — symbol zastępczy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3" name="Numer slajdu — symbol zastępczy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dwa elementy zawartośc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595562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7" name="Zawartość — symbol zastępczy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529818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style wzorców tekstu</a:t>
            </a:r>
          </a:p>
        </p:txBody>
      </p:sp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8200" y="3040514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0" name="Zawartość — symbol zastępczy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993888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4" name="Data — symbol zastępczy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15" name="Stopka — symbol zastępczy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6" name="Numer slajdu — symbol zastępczy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cztery elementy zawartośc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742" y="822325"/>
            <a:ext cx="9329058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24742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4" name="Zawartość — symbol zastępczy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019111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5" name="Zawartość — symbol zastępczy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024742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6" name="Zawartość — symbol zastępczy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019111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7" name="Zawartość — symbol zastępczy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024740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8" name="Zawartość — symbol zastępczy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019109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9" name="Zawartość — symbol zastępczy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024740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0" name="Zawartość — symbol zastępczy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019109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1" name="Data — symbol zastępczy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2" name="Stopka — symbol zastępczy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3" name="Numer slajdu — symbol zastępczy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lewa zawartoś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3480" y="4879291"/>
            <a:ext cx="5684520" cy="13255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4" name="Data — symbol zastępczy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5" name="Stopka — symbol zastępczy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6" name="Numer slajdu — symbol zastępczy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yśrodkuj tekst z górnym obramowanie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yśrodkuj tekst 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8" name="Data — symbol zastępczy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9" name="Stopka — symbol zastępczy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0" name="Numer slajdu — symbol zastępczy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ztery elementy zawartości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1</a:t>
            </a:r>
          </a:p>
        </p:txBody>
      </p:sp>
      <p:sp>
        <p:nvSpPr>
          <p:cNvPr id="11" name="Tekst — symbol zastępczy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2</a:t>
            </a:r>
          </a:p>
        </p:txBody>
      </p:sp>
      <p:sp>
        <p:nvSpPr>
          <p:cNvPr id="13" name="Tekst — symbol zastępczy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3</a:t>
            </a:r>
          </a:p>
        </p:txBody>
      </p:sp>
      <p:sp>
        <p:nvSpPr>
          <p:cNvPr id="15" name="Tekst — symbol zastępczy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4</a:t>
            </a:r>
          </a:p>
        </p:txBody>
      </p:sp>
      <p:sp>
        <p:nvSpPr>
          <p:cNvPr id="21" name="Obraz online — symbol zastępczy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2" name="Obraz online — symbol zastępczy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3" name="Obraz online — symbol zastępczy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4" name="Obraz online — symbol zastępczy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5" name="Data — symbol zastępczy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6" name="Stopka — symbol zastępczy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7" name="Numer slajdu — symbol zastępczy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, zawartość i cztery obraz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3200400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1</a:t>
            </a:r>
          </a:p>
        </p:txBody>
      </p:sp>
      <p:sp>
        <p:nvSpPr>
          <p:cNvPr id="11" name="Tekst — symbol zastępczy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2</a:t>
            </a:r>
          </a:p>
        </p:txBody>
      </p:sp>
      <p:sp>
        <p:nvSpPr>
          <p:cNvPr id="13" name="Tekst — symbol zastępczy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3</a:t>
            </a:r>
          </a:p>
        </p:txBody>
      </p:sp>
      <p:sp>
        <p:nvSpPr>
          <p:cNvPr id="15" name="Tekst — symbol zastępczy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4</a:t>
            </a:r>
          </a:p>
        </p:txBody>
      </p:sp>
      <p:sp>
        <p:nvSpPr>
          <p:cNvPr id="21" name="Obraz online — symbol zastępczy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2" name="Obraz online — symbol zastępczy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3" name="Obraz online — symbol zastępczy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4" name="Obraz online — symbol zastępczy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8200" y="4112198"/>
            <a:ext cx="3200400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6" name="Tekst — symbol zastępczy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1</a:t>
            </a:r>
          </a:p>
        </p:txBody>
      </p:sp>
      <p:sp>
        <p:nvSpPr>
          <p:cNvPr id="17" name="Tekst — symbol zastępczy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2</a:t>
            </a:r>
          </a:p>
        </p:txBody>
      </p:sp>
      <p:sp>
        <p:nvSpPr>
          <p:cNvPr id="18" name="Tekst — symbol zastępczy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3</a:t>
            </a:r>
          </a:p>
        </p:txBody>
      </p:sp>
      <p:sp>
        <p:nvSpPr>
          <p:cNvPr id="19" name="Tekst — symbol zastępczy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4</a:t>
            </a:r>
          </a:p>
        </p:txBody>
      </p:sp>
      <p:sp>
        <p:nvSpPr>
          <p:cNvPr id="28" name="Tekst — symbol zastępczy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8201" y="5511642"/>
            <a:ext cx="3200400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30" name="Data — symbol zastępczy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31" name="Stopka — symbol zastępczy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32" name="Numer slajdu — symbol zastępczy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mat organizacyjn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95037"/>
            <a:ext cx="4573200" cy="1325563"/>
          </a:xfrm>
        </p:spPr>
        <p:txBody>
          <a:bodyPr rtlCol="0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4" name="Tekst — symbol zastępczy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6" name="Tekst — symbol zastępczy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7" name="Tekst — symbol zastępczy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8" name="Tekst — symbol zastępczy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9" name="Tekst — symbol zastępczy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0" name="Tekst — symbol zastępczy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5" name="Tekst — symbol zastępczy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6" name="Tekst — symbol zastępczy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7" name="Tekst — symbol zastępczy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8" name="Tekst — symbol zastępczy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9" name="Tekst — symbol zastępczy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Data — symbol zastępczy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42" name="Stopka — symbol zastępczy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43" name="Numer slajdu — symbol zastępczy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  <p:cxnSp>
        <p:nvCxnSpPr>
          <p:cNvPr id="47" name="Łącznik prosty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Łącznik prosty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Łącznik prosty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Łącznik prosty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Łącznik prosty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prawa zawartoś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2376805"/>
            <a:ext cx="501396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4150042"/>
            <a:ext cx="5013960" cy="196119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7" name="Data — symbol zastępczy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8" name="Stopka — symbol zastępczy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0" name="Numer slajdu — symbol zastępczy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amykanie slajd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rtlCol="0"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pl-PL" noProof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2743200" cy="1659715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pl-PL" noProof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 rtlCol="0"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429000"/>
            <a:ext cx="10515600" cy="3080657"/>
          </a:xfrm>
        </p:spPr>
        <p:txBody>
          <a:bodyPr rtlCol="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zespołu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6" name="Obraz — symbol zastępczy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7" name="Obraz — symbol zastępczy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8" name="Obraz — symbol zastępczy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9" name="Obraz — symbol zastępczy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11" name="Tekst — symbol zastępczy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2" name="Tekst — symbol zastępczy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6" name="Tekst — symbol zastępczy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7" name="Tekst — symbol zastępczy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9" name="Tekst — symbol zastępczy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0" name="Tekst — symbol zastępczy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2" name="Tekst — symbol zastępczy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3" name="Tekst — symbol zastępczy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4" name="Data — symbol zastępczy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5" name="Stopka — symbol zastępczy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6" name="Numer slajdu — symbol zastępczy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29.07.20XX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Szkolenie nowych pracowników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mlet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011680"/>
            <a:ext cx="5739882" cy="2841890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dirty="0"/>
              <a:t>Projekt aplikacji symulacji układu automatycznej regulacji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pl-PL" dirty="0"/>
              <a:t>Kamil Warczek</a:t>
            </a:r>
          </a:p>
          <a:p>
            <a:pPr rtl="0"/>
            <a:r>
              <a:rPr lang="pl-PL" dirty="0"/>
              <a:t>Antoni Surowy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225" y="136525"/>
            <a:ext cx="7839075" cy="365125"/>
          </a:xfrm>
        </p:spPr>
        <p:txBody>
          <a:bodyPr rtlCol="0">
            <a:noAutofit/>
          </a:bodyPr>
          <a:lstStyle/>
          <a:p>
            <a:pPr rtl="0"/>
            <a:r>
              <a:rPr lang="pl-PL" sz="2800" dirty="0"/>
              <a:t>Schemat UML hierarchii klas</a:t>
            </a:r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35224851-6D42-4702-BA6E-1D6E311B0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5776595"/>
            <a:ext cx="5684520" cy="365126"/>
          </a:xfrm>
        </p:spPr>
        <p:txBody>
          <a:bodyPr rtlCol="0"/>
          <a:lstStyle/>
          <a:p>
            <a:pPr rtl="0"/>
            <a:r>
              <a:rPr lang="pl-PL" dirty="0"/>
              <a:t>Stworzono przy pomocy </a:t>
            </a:r>
            <a:r>
              <a:rPr lang="pl-PL" dirty="0">
                <a:solidFill>
                  <a:schemeClr val="accent3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UMLet</a:t>
            </a:r>
            <a:endParaRPr lang="pl-PL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3" name="Data — symbol zastępczy 92">
            <a:extLst>
              <a:ext uri="{FF2B5EF4-FFF2-40B4-BE49-F238E27FC236}">
                <a16:creationId xmlns:a16="http://schemas.microsoft.com/office/drawing/2014/main" id="{3AC5835A-784B-4C88-A45F-7E8D3F44A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94" name="Stopka — symbol zastępczy 93">
            <a:extLst>
              <a:ext uri="{FF2B5EF4-FFF2-40B4-BE49-F238E27FC236}">
                <a16:creationId xmlns:a16="http://schemas.microsoft.com/office/drawing/2014/main" id="{50D83CAC-5CC8-48FB-9901-0AE1FB07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95" name="Numer slajdu — symbol zastępczy 94">
            <a:extLst>
              <a:ext uri="{FF2B5EF4-FFF2-40B4-BE49-F238E27FC236}">
                <a16:creationId xmlns:a16="http://schemas.microsoft.com/office/drawing/2014/main" id="{D540D638-BFEC-45F4-AEB5-32A53183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626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AB90E9-5CEE-4E4F-90F9-2CE3D913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dirty="0"/>
              <a:t>Planowany podział zadań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2E278-70A2-1491-1E55-FC2E5B95445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pl-PL" dirty="0"/>
              <a:t>Warczek Kamil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868D93-0E18-A4E9-3C8D-A1C1F0D4347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24740" y="3069773"/>
            <a:ext cx="4334689" cy="2087443"/>
          </a:xfrm>
        </p:spPr>
        <p:txBody>
          <a:bodyPr/>
          <a:lstStyle/>
          <a:p>
            <a:r>
              <a:rPr lang="pl-PL" dirty="0"/>
              <a:t>Zaprojektowanie graficznego interfejsu użytkownika</a:t>
            </a:r>
          </a:p>
          <a:p>
            <a:r>
              <a:rPr lang="pl-PL" dirty="0"/>
              <a:t>Implementacja logiki interfejsu graficznego</a:t>
            </a:r>
          </a:p>
          <a:p>
            <a:r>
              <a:rPr lang="pl-PL" dirty="0"/>
              <a:t>Przygotowanie testów warstwy danych oraz usług</a:t>
            </a:r>
          </a:p>
          <a:p>
            <a:endParaRPr lang="pl-P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ABC40C-C3E5-490F-6C8C-1DECDCA9F74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019109" y="3069773"/>
            <a:ext cx="4334689" cy="1886275"/>
          </a:xfrm>
        </p:spPr>
        <p:txBody>
          <a:bodyPr>
            <a:normAutofit/>
          </a:bodyPr>
          <a:lstStyle/>
          <a:p>
            <a:r>
              <a:rPr lang="pl-PL" dirty="0"/>
              <a:t>Projekt i realizacja schematu UML całej aplikacji</a:t>
            </a:r>
          </a:p>
          <a:p>
            <a:r>
              <a:rPr lang="pl-PL" dirty="0"/>
              <a:t>Przygotowanie testów warstwy prezentacji</a:t>
            </a:r>
          </a:p>
          <a:p>
            <a:r>
              <a:rPr lang="pl-PL" dirty="0"/>
              <a:t>Zaprojektowanie warstwy danych i warstwy usług</a:t>
            </a:r>
          </a:p>
          <a:p>
            <a:r>
              <a:rPr lang="pl-PL" dirty="0"/>
              <a:t>Implementacja mechanizmów warstwy danych i warstwy usług</a:t>
            </a:r>
          </a:p>
        </p:txBody>
      </p:sp>
      <p:sp>
        <p:nvSpPr>
          <p:cNvPr id="12" name="Data — symbol zastępczy 11">
            <a:extLst>
              <a:ext uri="{FF2B5EF4-FFF2-40B4-BE49-F238E27FC236}">
                <a16:creationId xmlns:a16="http://schemas.microsoft.com/office/drawing/2014/main" id="{F068B7E0-3F26-4101-8308-9627365CCBA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r>
              <a:rPr lang="pl-PL" dirty="0"/>
              <a:t>27.11.2025</a:t>
            </a:r>
          </a:p>
        </p:txBody>
      </p:sp>
      <p:sp>
        <p:nvSpPr>
          <p:cNvPr id="13" name="Stopka — symbol zastępczy 12">
            <a:extLst>
              <a:ext uri="{FF2B5EF4-FFF2-40B4-BE49-F238E27FC236}">
                <a16:creationId xmlns:a16="http://schemas.microsoft.com/office/drawing/2014/main" id="{D53A5F38-6B02-4793-861F-931794577F8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4" name="Numer slajdu — symbol zastępczy 13">
            <a:extLst>
              <a:ext uri="{FF2B5EF4-FFF2-40B4-BE49-F238E27FC236}">
                <a16:creationId xmlns:a16="http://schemas.microsoft.com/office/drawing/2014/main" id="{FF0DADF7-71F8-49DA-8F56-3DE812A6135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3</a:t>
            </a:fld>
            <a:endParaRPr lang="pl-PL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E3F5E69-0432-BF52-293D-30D73F332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Surowy Antoni</a:t>
            </a:r>
          </a:p>
        </p:txBody>
      </p:sp>
    </p:spTree>
    <p:extLst>
      <p:ext uri="{BB962C8B-B14F-4D97-AF65-F5344CB8AC3E}">
        <p14:creationId xmlns:p14="http://schemas.microsoft.com/office/powerpoint/2010/main" val="417675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1060705"/>
            <a:ext cx="5013960" cy="1873568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dirty="0"/>
              <a:t>Omówienie szczegółów implementacyjnych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3429000"/>
            <a:ext cx="5013960" cy="16455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l-PL" dirty="0"/>
              <a:t>Implementacja ustawiania okresu generatora sprawiła najwięcej problemów. Problemem było zezwolenie tylko na n’te krotności pewnej wartości.</a:t>
            </a:r>
          </a:p>
          <a:p>
            <a:pPr rtl="0"/>
            <a:endParaRPr lang="pl-PL" dirty="0"/>
          </a:p>
          <a:p>
            <a:pPr rtl="0"/>
            <a:r>
              <a:rPr lang="pl-PL" dirty="0"/>
              <a:t>Rozwiązanie umieściliśmy na następnycm slajdzie.</a:t>
            </a:r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5837F6CC-F87E-4BF6-9EFE-DA537BAB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E80EA4A2-4719-41C0-949E-AF9166CA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E97A1D68-0269-4F8D-8A4E-B8D9753C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087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Data — symbol zastępczy 60">
            <a:extLst>
              <a:ext uri="{FF2B5EF4-FFF2-40B4-BE49-F238E27FC236}">
                <a16:creationId xmlns:a16="http://schemas.microsoft.com/office/drawing/2014/main" id="{C5E86CA3-CC65-4085-BCDC-93141EBD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62" name="Stopka — symbol zastępczy 61">
            <a:extLst>
              <a:ext uri="{FF2B5EF4-FFF2-40B4-BE49-F238E27FC236}">
                <a16:creationId xmlns:a16="http://schemas.microsoft.com/office/drawing/2014/main" id="{C1BA4316-79F5-4E35-B754-FEEFC06C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63" name="Numer slajdu — symbol zastępczy 62">
            <a:extLst>
              <a:ext uri="{FF2B5EF4-FFF2-40B4-BE49-F238E27FC236}">
                <a16:creationId xmlns:a16="http://schemas.microsoft.com/office/drawing/2014/main" id="{22B5CBBF-FB43-46F2-8846-3DF85C26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5</a:t>
            </a:fld>
            <a:endParaRPr lang="pl-P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CEB907-D423-0611-A132-A9CBC03DB84E}"/>
              </a:ext>
            </a:extLst>
          </p:cNvPr>
          <p:cNvSpPr/>
          <p:nvPr/>
        </p:nvSpPr>
        <p:spPr>
          <a:xfrm>
            <a:off x="5678424" y="566928"/>
            <a:ext cx="4700016" cy="17833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KOD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40FDD6-1943-D22B-1FA6-0888FDA9B419}"/>
              </a:ext>
            </a:extLst>
          </p:cNvPr>
          <p:cNvSpPr/>
          <p:nvPr/>
        </p:nvSpPr>
        <p:spPr>
          <a:xfrm>
            <a:off x="5678424" y="2569940"/>
            <a:ext cx="4700016" cy="3007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KOD</a:t>
            </a:r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BDE4-D5B5-345B-4A4D-01A6C74B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51E375-5316-3AAB-056E-625DD84A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6420" y="539497"/>
            <a:ext cx="5013960" cy="1873568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dirty="0"/>
              <a:t>Omówienie szczegółów implementacyjnych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D0B2A31-0533-20D6-5696-02A58CB10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420" y="2606215"/>
            <a:ext cx="5013960" cy="585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l-PL" dirty="0"/>
              <a:t>Największą satysfakcję przyniosła implementacja algorytmu zmiany okresu generatora w „płynny” sposób.</a:t>
            </a:r>
          </a:p>
          <a:p>
            <a:pPr rtl="0"/>
            <a:endParaRPr lang="pl-PL" dirty="0"/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A479E0D6-342B-01B7-CBD4-30857D009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873AD761-6273-3A44-849D-A42FAAD1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A87B7C0F-9A9C-531F-F9B8-27B68607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6</a:t>
            </a:fld>
            <a:endParaRPr lang="pl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DDB5F3-85D3-82EF-1E5F-4AD3ED9E5947}"/>
              </a:ext>
            </a:extLst>
          </p:cNvPr>
          <p:cNvSpPr/>
          <p:nvPr/>
        </p:nvSpPr>
        <p:spPr>
          <a:xfrm>
            <a:off x="5733288" y="3794760"/>
            <a:ext cx="4700016" cy="17833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KOD</a:t>
            </a:r>
          </a:p>
        </p:txBody>
      </p:sp>
    </p:spTree>
    <p:extLst>
      <p:ext uri="{BB962C8B-B14F-4D97-AF65-F5344CB8AC3E}">
        <p14:creationId xmlns:p14="http://schemas.microsoft.com/office/powerpoint/2010/main" val="1268005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531"/>
            <a:ext cx="10515600" cy="373063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sz="2800" dirty="0"/>
              <a:t>Interfejs klasy warstwy usług</a:t>
            </a:r>
          </a:p>
        </p:txBody>
      </p:sp>
      <p:sp>
        <p:nvSpPr>
          <p:cNvPr id="113" name="Data — symbol zastępczy 112">
            <a:extLst>
              <a:ext uri="{FF2B5EF4-FFF2-40B4-BE49-F238E27FC236}">
                <a16:creationId xmlns:a16="http://schemas.microsoft.com/office/drawing/2014/main" id="{7E8EF87C-1B5A-4A25-A610-FF5D18E2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114" name="Stopka — symbol zastępczy 113">
            <a:extLst>
              <a:ext uri="{FF2B5EF4-FFF2-40B4-BE49-F238E27FC236}">
                <a16:creationId xmlns:a16="http://schemas.microsoft.com/office/drawing/2014/main" id="{E1B2A7C1-7EE4-45F0-B54C-188E1133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15" name="Numer slajdu — symbol zastępczy 114">
            <a:extLst>
              <a:ext uri="{FF2B5EF4-FFF2-40B4-BE49-F238E27FC236}">
                <a16:creationId xmlns:a16="http://schemas.microsoft.com/office/drawing/2014/main" id="{47C21FD0-6144-422A-9727-F3249A6B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7</a:t>
            </a:fld>
            <a:endParaRPr lang="pl-P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741AAB-0040-5686-EC08-23E73D2ADF5D}"/>
              </a:ext>
            </a:extLst>
          </p:cNvPr>
          <p:cNvSpPr/>
          <p:nvPr/>
        </p:nvSpPr>
        <p:spPr>
          <a:xfrm>
            <a:off x="1313686" y="602692"/>
            <a:ext cx="9201913" cy="5710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KOD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BFF06-5656-E737-2246-EC9C6DCD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AF8218-C783-13F9-DFF9-5CAFECCFE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6420" y="539497"/>
            <a:ext cx="5013960" cy="1152143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Działanie testów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A6B693-D572-1C47-4700-47FBBA9F7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420" y="1691640"/>
            <a:ext cx="5013960" cy="585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l-PL" dirty="0"/>
              <a:t>Testy dostarczone razem ze specyfikacją</a:t>
            </a:r>
          </a:p>
          <a:p>
            <a:pPr rtl="0"/>
            <a:endParaRPr lang="pl-PL" dirty="0"/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565FE958-A3E9-F036-EF74-907FFEC7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2D122D91-918D-2618-8CA7-5A892651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4248D41A-B644-3434-26EC-9898508C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8</a:t>
            </a:fld>
            <a:endParaRPr lang="pl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597147-45A2-C9B3-40EE-39E7C96B02BF}"/>
              </a:ext>
            </a:extLst>
          </p:cNvPr>
          <p:cNvSpPr/>
          <p:nvPr/>
        </p:nvSpPr>
        <p:spPr>
          <a:xfrm>
            <a:off x="5646420" y="2414016"/>
            <a:ext cx="4700016" cy="3357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ZDJ</a:t>
            </a:r>
          </a:p>
        </p:txBody>
      </p:sp>
    </p:spTree>
    <p:extLst>
      <p:ext uri="{BB962C8B-B14F-4D97-AF65-F5344CB8AC3E}">
        <p14:creationId xmlns:p14="http://schemas.microsoft.com/office/powerpoint/2010/main" val="2290892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030F0-1891-6C82-2AEB-69D2CEF12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F71E5F-3244-F8DE-EAAF-EBC35434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6420" y="539497"/>
            <a:ext cx="5013960" cy="1152143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Działanie testów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1191BD-A9FB-8D22-6F52-A322D3509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420" y="1691640"/>
            <a:ext cx="5013960" cy="585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l-PL" dirty="0"/>
              <a:t>Testy autorskie</a:t>
            </a:r>
          </a:p>
          <a:p>
            <a:pPr rtl="0"/>
            <a:endParaRPr lang="pl-PL" dirty="0"/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8445918D-1716-874F-59D2-C4A9F6AA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AAFAD4B1-2A93-3BD1-6867-0FCF6495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2D8D7DBD-4254-259F-604B-3CE8EAA3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9</a:t>
            </a:fld>
            <a:endParaRPr lang="pl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B82B98-9D4D-C43A-47E9-21B04B21596B}"/>
              </a:ext>
            </a:extLst>
          </p:cNvPr>
          <p:cNvSpPr/>
          <p:nvPr/>
        </p:nvSpPr>
        <p:spPr>
          <a:xfrm>
            <a:off x="5646420" y="2414016"/>
            <a:ext cx="4700016" cy="3357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ZDJ</a:t>
            </a:r>
          </a:p>
        </p:txBody>
      </p:sp>
    </p:spTree>
    <p:extLst>
      <p:ext uri="{BB962C8B-B14F-4D97-AF65-F5344CB8AC3E}">
        <p14:creationId xmlns:p14="http://schemas.microsoft.com/office/powerpoint/2010/main" val="779089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rtlCol="0"/>
          <a:lstStyle/>
          <a:p>
            <a:pPr rtl="0"/>
            <a:r>
              <a:rPr lang="pl-PL"/>
              <a:t>Dziękujemy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3767326" cy="1659715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Kamil Warczek</a:t>
            </a:r>
          </a:p>
          <a:p>
            <a:pPr rtl="0"/>
            <a:r>
              <a:rPr lang="pl-PL" dirty="0">
                <a:solidFill>
                  <a:schemeClr val="bg1">
                    <a:lumMod val="75000"/>
                  </a:schemeClr>
                </a:solidFill>
              </a:rPr>
              <a:t>kw316241@student.polsl.pl</a:t>
            </a:r>
          </a:p>
          <a:p>
            <a:pPr rtl="0"/>
            <a:r>
              <a:rPr lang="pl-PL" dirty="0"/>
              <a:t>Antoni Surowy</a:t>
            </a:r>
          </a:p>
          <a:p>
            <a:r>
              <a:rPr lang="pl-PL" dirty="0">
                <a:solidFill>
                  <a:schemeClr val="bg1">
                    <a:lumMod val="75000"/>
                  </a:schemeClr>
                </a:solidFill>
              </a:rPr>
              <a:t>as316262@student.polsl.pl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1BD5936D-597B-433D-BAF2-72206FEC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035808" cy="365125"/>
          </a:xfrm>
        </p:spPr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2257BCF9-933D-4329-B564-4E404B1C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299856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6270_TF03460514_Win32.potx" id="{D93D5069-C7D5-47CD-AF70-FB3C8F5463E0}" vid="{61CFD8A8-B8F7-4C15-BB1A-ACBC12D97C4D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7ACD96E-49A0-4DA4-A7BB-AC2D887421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{4A0B4682-031D-43B9-8287-55DD5EED8F13}TFb86055d1-6a43-42b6-93a8-3e59ea4e3a703356fc73_win32-211f62b23422</Template>
  <TotalTime>93</TotalTime>
  <Words>228</Words>
  <Application>Microsoft Office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Motyw pakietu Office</vt:lpstr>
      <vt:lpstr>Projekt aplikacji symulacji układu automatycznej regulacji</vt:lpstr>
      <vt:lpstr>Schemat UML hierarchii klas</vt:lpstr>
      <vt:lpstr>Planowany podział zadań</vt:lpstr>
      <vt:lpstr>Omówienie szczegółów implementacyjnych</vt:lpstr>
      <vt:lpstr>PowerPoint Presentation</vt:lpstr>
      <vt:lpstr>Omówienie szczegółów implementacyjnych</vt:lpstr>
      <vt:lpstr>Interfejs klasy warstwy usług</vt:lpstr>
      <vt:lpstr>Działanie testów</vt:lpstr>
      <vt:lpstr>Działanie testów</vt:lpstr>
      <vt:lpstr>Dziękujemy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Warczek (kw316241)</dc:creator>
  <cp:lastModifiedBy>Kamil Warczek (kw316241)</cp:lastModifiedBy>
  <cp:revision>1</cp:revision>
  <dcterms:created xsi:type="dcterms:W3CDTF">2025-10-20T16:54:32Z</dcterms:created>
  <dcterms:modified xsi:type="dcterms:W3CDTF">2025-11-26T19:56:04Z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